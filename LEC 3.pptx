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416" r:id="rId3"/>
    <p:sldId id="417" r:id="rId4"/>
    <p:sldId id="419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81" r:id="rId18"/>
    <p:sldId id="380" r:id="rId19"/>
    <p:sldId id="345" r:id="rId20"/>
    <p:sldId id="346" r:id="rId21"/>
    <p:sldId id="347" r:id="rId22"/>
    <p:sldId id="348" r:id="rId23"/>
    <p:sldId id="394" r:id="rId24"/>
    <p:sldId id="343" r:id="rId25"/>
    <p:sldId id="342" r:id="rId26"/>
    <p:sldId id="341" r:id="rId27"/>
    <p:sldId id="340" r:id="rId28"/>
    <p:sldId id="339" r:id="rId29"/>
    <p:sldId id="424" r:id="rId30"/>
    <p:sldId id="421" r:id="rId31"/>
    <p:sldId id="422" r:id="rId32"/>
    <p:sldId id="425" r:id="rId33"/>
    <p:sldId id="426" r:id="rId34"/>
    <p:sldId id="427" r:id="rId35"/>
    <p:sldId id="428" r:id="rId36"/>
    <p:sldId id="429" r:id="rId37"/>
    <p:sldId id="430" r:id="rId38"/>
    <p:sldId id="431" r:id="rId39"/>
    <p:sldId id="432" r:id="rId40"/>
    <p:sldId id="433" r:id="rId41"/>
    <p:sldId id="434" r:id="rId42"/>
    <p:sldId id="435" r:id="rId43"/>
    <p:sldId id="436" r:id="rId44"/>
    <p:sldId id="437" r:id="rId45"/>
    <p:sldId id="438" r:id="rId46"/>
    <p:sldId id="439" r:id="rId47"/>
    <p:sldId id="349" r:id="rId48"/>
    <p:sldId id="350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291" autoAdjust="0"/>
  </p:normalViewPr>
  <p:slideViewPr>
    <p:cSldViewPr>
      <p:cViewPr varScale="1">
        <p:scale>
          <a:sx n="69" d="100"/>
          <a:sy n="69" d="100"/>
        </p:scale>
        <p:origin x="13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Lecture no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19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687E-70A1-A2F3-16BF-23648F38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705D2-A44D-5963-3FFE-7B39E014B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00600"/>
            <a:ext cx="8458200" cy="205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744B72-D4BA-E198-5188-4D00AB2E3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6200"/>
            <a:ext cx="86106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E607DC-DDF1-2665-DDA8-A1B6162BB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905000"/>
            <a:ext cx="54864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0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3360-F653-C204-1EF0-910ED14F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54D350-7CDD-7768-C389-7645BD58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7625"/>
            <a:ext cx="8534400" cy="3152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9E808A-5F3D-E864-FCF7-D47C4A53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200400"/>
            <a:ext cx="4648200" cy="3286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81F675-6CF8-C1D4-D6C0-4ECD100E6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5257801"/>
            <a:ext cx="335279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9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5D35-AA89-5A0D-5F16-115A8D27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0FB8A-5499-6942-B571-5430618EA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382000" cy="205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633C9-BAFE-BBFF-8746-A15609620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676524"/>
            <a:ext cx="41910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CB2B-1E1F-0AE5-0202-D5AE4812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46468-7475-931C-C4DA-7D3F813BA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5257800" cy="144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D8535-C23A-1E46-294E-4AFC0D82C423}"/>
              </a:ext>
            </a:extLst>
          </p:cNvPr>
          <p:cNvSpPr txBox="1"/>
          <p:nvPr/>
        </p:nvSpPr>
        <p:spPr>
          <a:xfrm>
            <a:off x="152400" y="0"/>
            <a:ext cx="853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implication in the rigorous definition of a limit is given by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2F693-03BC-50D4-8E14-08D5187FC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152650"/>
            <a:ext cx="83058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5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F375-B9F6-8C32-4D4B-2904E08B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4422F-F7AE-C066-C257-DC8C3488114E}"/>
              </a:ext>
            </a:extLst>
          </p:cNvPr>
          <p:cNvSpPr txBox="1"/>
          <p:nvPr/>
        </p:nvSpPr>
        <p:spPr>
          <a:xfrm>
            <a:off x="152400" y="762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 can ask whether: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82E87-C32F-9AB3-A631-D307B201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533400"/>
            <a:ext cx="3886200" cy="99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C8A399-B57B-1EB9-AD38-AFF4706D7BD3}"/>
              </a:ext>
            </a:extLst>
          </p:cNvPr>
          <p:cNvSpPr txBox="1"/>
          <p:nvPr/>
        </p:nvSpPr>
        <p:spPr>
          <a:xfrm>
            <a:off x="228600" y="160020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be used?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6659EF-A927-E4D7-FC95-D0EF0A31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514600"/>
            <a:ext cx="85629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3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64A3-B533-67CB-5F93-CC9C08B7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EBCBFB-64C4-1FE2-A357-48A3515D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3400"/>
            <a:ext cx="7315200" cy="4800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47C621-6DBF-0B6E-CA38-DF58B5DA310C}"/>
              </a:ext>
            </a:extLst>
          </p:cNvPr>
          <p:cNvSpPr txBox="1"/>
          <p:nvPr/>
        </p:nvSpPr>
        <p:spPr>
          <a:xfrm>
            <a:off x="152400" y="762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  <a:endParaRPr lang="en-PK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2242B-5F44-765E-3A74-745EDDA41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00935"/>
            <a:ext cx="1143000" cy="461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D5116-F9FC-02C1-4C9E-9E547DB8F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1" y="5100935"/>
            <a:ext cx="881062" cy="614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AA5D2C-EBF7-D851-BC0F-E230C2143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14999"/>
            <a:ext cx="657225" cy="380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FB2C7B-5E18-3EE5-F7BA-A4EECEAF4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5714999"/>
            <a:ext cx="3733799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5489C1-BED2-087F-AB19-89599535C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248397"/>
            <a:ext cx="4191000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8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5835-A702-6764-3694-0A09E784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C2FE40-4A5C-EDEB-C5BF-C552A3A39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7924800" cy="160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DCCF9-2426-D40D-4CF4-928ACE588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0"/>
            <a:ext cx="784860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0A1A5E-6BEF-02BC-9754-69D479715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971800"/>
            <a:ext cx="1143000" cy="385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CFF28-4EFA-EFCD-4B73-AFF0EEEFA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429000"/>
            <a:ext cx="701040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1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37306-9DA4-163A-A906-7C89759E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8C8E5-5857-4F6D-EB19-90272CB67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458200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B66BDC-41F8-FCC9-D152-FF6E2AB28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3276600"/>
            <a:ext cx="6781800" cy="312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EE48FE-382A-2DD2-8CCA-CE7FDABC9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1" y="1752601"/>
            <a:ext cx="2895600" cy="381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A8B39B-B656-093B-DF9D-08F00A0A9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4" y="6286500"/>
            <a:ext cx="25241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7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F6216-46C9-2014-D326-BCD4A603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BBA53-0563-CA09-B15B-796B1E05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32766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854392-46A1-5038-9D69-5B0CC70C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62000"/>
            <a:ext cx="8458200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562BD-CB65-153D-6449-DB7D9ACF1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038600"/>
            <a:ext cx="8305799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5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6004-5A74-B99A-C470-68B4FEFD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F3F8B-9D56-49A1-0EB9-42881B46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828800"/>
            <a:ext cx="5943600" cy="411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9C1332-72BB-A7C6-D44E-A463B678E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52425"/>
            <a:ext cx="8458200" cy="140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4B2C65-331E-781A-90AF-FAF422F78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76200"/>
            <a:ext cx="9715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40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72FA-4E1C-5216-48A2-4B62C2C9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76A2E9-AB98-DDB7-45F5-7A78F365D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76200"/>
            <a:ext cx="847725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352820-B6F8-8C00-37DA-07E9BC0B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2" y="3419475"/>
            <a:ext cx="30003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98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30DC-B894-726D-3632-EE209196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B89C3-4DFD-8899-F0DD-EAFAE817D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3820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87B4E7-D0F4-CEAB-1E5A-25FE3B40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133600"/>
            <a:ext cx="82296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75679-8505-A0DC-66B5-C5A7754E6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1" y="2514600"/>
            <a:ext cx="6019800" cy="2619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77D9C-D693-687C-5815-A1D56F58C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" y="5210175"/>
            <a:ext cx="8534401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8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6BB9-0EA7-F92A-F20D-4D68B190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F448B-28F5-12C2-7A41-74C567668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6629400" cy="144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E0F06-D398-6A38-D6DC-0CA14AFB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47800"/>
            <a:ext cx="6248400" cy="47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FDEC0-FA3B-BC99-7CE6-4960A8EB8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905000"/>
            <a:ext cx="84582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20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AC69-CF08-5A1B-F5A9-E9AEAD83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BFD73-FB03-EF78-85AB-5058FEFA8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67056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76ABB0-F6B8-FCE1-7CEE-67491C3C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124200"/>
            <a:ext cx="240982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48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113C-63AA-EFD3-0D6D-D9C2B8CF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7B71F-CAF2-668E-FA7E-94EC3DB64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2743200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75B524-96C5-CB30-3729-7CEC5D25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914400"/>
            <a:ext cx="836295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733BB-BF43-5430-C559-6D0674982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962400"/>
            <a:ext cx="4267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76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3EC9-D8C5-8125-CB7A-3974A553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D8659-4938-3CB6-557B-C175391562DA}"/>
              </a:ext>
            </a:extLst>
          </p:cNvPr>
          <p:cNvSpPr txBox="1"/>
          <p:nvPr/>
        </p:nvSpPr>
        <p:spPr>
          <a:xfrm>
            <a:off x="152400" y="76200"/>
            <a:ext cx="8534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definition of a continuous function</a:t>
            </a: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continuous if its graph has no breaks, jumps, or holes.</a:t>
            </a: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words:</a:t>
            </a: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draw the graph of a continuous function without lifting your pencil from the paper.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E3ECC-DA29-DF03-C823-51BCF9E6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81200"/>
            <a:ext cx="7086599" cy="2723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26B5C2-CE03-C8E7-FCD4-1E21C30D068B}"/>
                  </a:ext>
                </a:extLst>
              </p:cNvPr>
              <p:cNvSpPr txBox="1"/>
              <p:nvPr/>
            </p:nvSpPr>
            <p:spPr>
              <a:xfrm>
                <a:off x="228600" y="472440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There is a </a:t>
                </a:r>
                <a:r>
                  <a:rPr lang="en-US" b="1" dirty="0"/>
                  <a:t>jump</a:t>
                </a:r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  <a:endParaRPr lang="en-PK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26B5C2-CE03-C8E7-FCD4-1E21C30D0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724400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l="-1200" t="-8197" b="-2459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8CA250A-051F-4B67-CEEF-7E0198F66B71}"/>
              </a:ext>
            </a:extLst>
          </p:cNvPr>
          <p:cNvSpPr txBox="1"/>
          <p:nvPr/>
        </p:nvSpPr>
        <p:spPr>
          <a:xfrm>
            <a:off x="228600" y="5172670"/>
            <a:ext cx="8458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continuous if it changes smoothly without any breaks, holes, or jumps in its graph.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662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0A0E-CFE0-3217-CF6E-C3D9CBB9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C23AC-CD9D-211F-B288-D2484413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4582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9674EA-0055-27D1-2D97-3006A6FD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762" y="1066800"/>
            <a:ext cx="2276475" cy="230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8DAA86-061E-BE2F-64F1-9D952A8FF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486151"/>
            <a:ext cx="8458200" cy="329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11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7DC8-B8D7-0F09-B535-C8F084D1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20585-39C8-2D8E-857B-8EE95F81D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8305800" cy="259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E9A6F1-40F4-C45D-9EEA-9CA044ED7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925" y="2714625"/>
            <a:ext cx="4714875" cy="208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E53A2-BAF5-B9CA-65C0-7AEFC660B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905375"/>
            <a:ext cx="716280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26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7815-9A27-3D37-B2D8-49D10999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65CC3-936E-2851-01C7-8C5D89928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3350"/>
            <a:ext cx="8382000" cy="3295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EEB9FA-A218-18B2-B483-8E4631BB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552825"/>
            <a:ext cx="82296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47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80DED-4417-314A-E71F-DF4BA96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B90AF-0E41-CEA7-82F1-C88960BFA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229600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CCAE8-778C-0C5D-9A69-8E6C5CB83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52800"/>
            <a:ext cx="77724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38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6790-578F-2E45-1DC1-224C37DB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E1B2DD-2EE6-E62A-872C-747F7A3A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6248400" cy="1295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78A1C3-425A-F544-C5D9-768D36B4F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0"/>
            <a:ext cx="78486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11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56C9C-87CA-7C3B-F82E-2A0A218C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A24D2-EC80-3B48-C369-2E1391D7B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1925"/>
            <a:ext cx="82296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72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BB7C6-5B1C-8948-F334-58DD51F0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112B9-F712-DE7D-8FE0-4C4322FC0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"/>
            <a:ext cx="8305800" cy="4305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563869-CA3B-9236-10AC-968B7CE86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4495800"/>
            <a:ext cx="74580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4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FAF9E-DB33-E0EB-22AE-03029B1F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F80FE-A86C-3AEE-FD43-DE1D57F90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610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00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8133-1E40-95A1-A007-9858456CD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6CAF6-C3DE-3C34-2D9D-6C42C1A3C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5486400" cy="533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A674B-E56D-0957-751C-91DBE69E1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9600"/>
            <a:ext cx="8001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20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BE8C-6430-21C5-4EE1-63B29B2D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41EDB-4DF2-D53C-5EC0-9E1692714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5181600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7E7D9F-812A-4B7C-57EA-AFD9B2639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9600"/>
            <a:ext cx="7162800" cy="3733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A81F0-F358-36F7-9EB6-CC50F8990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19600"/>
            <a:ext cx="8382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89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FDBA-A3F4-B8CB-E47A-4EC1DBDD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A975D-7B18-D1D3-8E3D-5A30749AB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6781800" cy="1085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AC45F-37AF-B293-4282-D934FFCD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038600"/>
            <a:ext cx="2781300" cy="266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9A54E-7834-4CCC-BC04-8269C4FFF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990600"/>
            <a:ext cx="85344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68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53D8-B05A-1A87-3506-E0282200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E625AC-8BBF-C499-D95D-E407775D1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8391525" cy="541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A11A02-6DB9-5B83-6DC2-EF3042460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47625"/>
            <a:ext cx="347662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85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019A-A4EA-AAC3-C22C-EC335F83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7D583-C7A2-1665-F668-8D9F78187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6200"/>
            <a:ext cx="3048000" cy="205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581115-45AF-864F-99D4-E3A341077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6200"/>
            <a:ext cx="335280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1AB2-BD39-E7E9-46B1-A9836572F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2362200"/>
            <a:ext cx="3048000" cy="114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536893-753C-F9B8-77BA-4C8B90E88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4124325"/>
            <a:ext cx="274320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03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2B8B-A6BE-B2AD-00EE-05E1CF6D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6463E-854C-BAAD-754A-78FB7ACB0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6477000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6BE697-1E99-B33B-11B8-0E587718C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2000"/>
            <a:ext cx="838200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0B5E2-0B09-76E1-C725-E2D0564F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43200"/>
            <a:ext cx="8382000" cy="114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344CA-AAC1-7767-47F2-023B27589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733800"/>
            <a:ext cx="8305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61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B53A-7178-E80A-F29C-FB8D50BA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7753F-B63A-A812-F355-32F2A75E9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52400"/>
            <a:ext cx="510539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3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71AB0-5CB1-856F-3432-2CDFCE96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2ECC2-2EA8-E6E8-3D04-E3462135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76200"/>
            <a:ext cx="84010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49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B53C8-2B66-CBBE-7B57-AB6E892C6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BF28F-8936-6A0B-6D25-B10756FC8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8305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71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175A-835B-7532-1EAA-9AD95792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41BE6C-B694-6FD7-9EA0-EC5FCB49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35052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358859-5482-F9DD-D647-55AEF8F8C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6200"/>
            <a:ext cx="434339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7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56EA-41AC-3C7E-E755-46143F30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02B279-8057-9599-AB66-535F0BA3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534400" cy="281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B37275-AFC6-287F-8498-320CD11A7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0"/>
            <a:ext cx="838200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9C918-5C1B-1F14-4DE7-A9661BF40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943475"/>
            <a:ext cx="82296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20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9A82F-66C9-847D-A7C3-53A00A79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8846C4-7E60-1921-FA0F-63FD0D0F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"/>
            <a:ext cx="8229600" cy="281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38DB2-63A9-A187-7147-6D85E9C80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048000"/>
            <a:ext cx="4648199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61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4F0D-B620-80F4-F378-046EF441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93061-5031-B621-BE25-26C922C38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815339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2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39A6-FA09-D45C-BA23-960670FB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BF1B1-A5B0-FC2D-ADD7-9314F761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2400"/>
            <a:ext cx="3429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955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B32B-98F3-2C97-0B84-6505AACC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91C33-41BA-7464-02A3-75272CFE7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5250"/>
            <a:ext cx="8458200" cy="1809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20423A-A54C-AD81-70B7-6622E917E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0"/>
            <a:ext cx="84582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16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84B8E-9DB9-4DD5-4D35-AE6001BC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111DF-7F86-D574-DBD2-C754A8C0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057400"/>
            <a:ext cx="5410200" cy="4324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73FEEC-B38B-9335-B1AB-0A6555F71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8575"/>
            <a:ext cx="85344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79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39ADD-BC40-7B2A-D0BA-0430C10E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1A41A-80D6-9358-707F-877C4190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4582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2394D-299D-CE13-1031-DA6D5DFD5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009900"/>
            <a:ext cx="41148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209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D6BC-E300-CAB6-9744-21837939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26AE8-FDA3-5FE8-7674-7F938ADC1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8153400" cy="129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47389C-96BE-CBD9-0969-62B63029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71600"/>
            <a:ext cx="6553200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5A289-AD6D-7B12-8F45-94346ADC9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638425"/>
            <a:ext cx="83058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72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2533-6EF9-C6D5-07E5-B23F75FB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5B572-359B-A7CA-756E-E7589D7F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610600" cy="281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5EB8D-95D6-8BEC-0BD5-F7959B71E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895600"/>
            <a:ext cx="5105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60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AB4A-C0D7-B338-1965-086C6356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A24EDB-6DE9-F1D2-CABC-9CB7CC804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84582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99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551F-0D90-3834-A7F8-466BFD0E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AD396-0708-7738-BB1E-474551AC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76200"/>
            <a:ext cx="5334000" cy="426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4A8B1E-2564-8037-5301-7A1E5D051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933950"/>
            <a:ext cx="24288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07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1F03-0B3F-3D90-8333-16BEF2E9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116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8A4E6-EFF7-C98E-7D88-CD3B2339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179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13767</TotalTime>
  <Words>102</Words>
  <Application>Microsoft Office PowerPoint</Application>
  <PresentationFormat>On-screen Show (4:3)</PresentationFormat>
  <Paragraphs>12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Cambria Math</vt:lpstr>
      <vt:lpstr>Century Schoolbook</vt:lpstr>
      <vt:lpstr>Times New Roman</vt:lpstr>
      <vt:lpstr>Wingdings</vt:lpstr>
      <vt:lpstr>Wingdings 2</vt:lpstr>
      <vt:lpstr>Oriel</vt:lpstr>
      <vt:lpstr>Lecture no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 1</dc:title>
  <dc:creator>Tayyab</dc:creator>
  <cp:lastModifiedBy>HP</cp:lastModifiedBy>
  <cp:revision>206</cp:revision>
  <dcterms:created xsi:type="dcterms:W3CDTF">2006-08-16T00:00:00Z</dcterms:created>
  <dcterms:modified xsi:type="dcterms:W3CDTF">2026-09-23T04:53:59Z</dcterms:modified>
</cp:coreProperties>
</file>